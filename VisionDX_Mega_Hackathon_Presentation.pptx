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97280"/>
            <a:ext cx="1645920" cy="1645920"/>
          </a:xfrm>
          <a:prstGeom prst="ellipse">
            <a:avLst/>
          </a:prstGeom>
          <a:solidFill>
            <a:srgbClr val="00211A"/>
          </a:solidFill>
          <a:ln w="317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14300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A221A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D4AA"/>
                </a:solidFill>
                <a:latin typeface="Calibri"/>
              </a:rPr>
              <a:t>🏆  HACKATHON 2025  •  AI FOR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7276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VisionDX Mega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23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AA"/>
                </a:solidFill>
                <a:latin typeface="Calibr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9FFF"/>
                </a:solidFill>
                <a:latin typeface="Calibri"/>
              </a:rPr>
              <a:t>Pakistan Ka Digital Doctor  •  پاکستان کا ڈیجیٹل ڈاکٹر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703320"/>
            <a:ext cx="6400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794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3BFCC"/>
                </a:solidFill>
                <a:latin typeface="Calibri"/>
              </a:rPr>
              <a:t>12 AI-Powered Diagnostic Modules  •  100% Private  •  Offline-Ready  •  Multilingual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42976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315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AA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FCC"/>
                </a:solidFill>
                <a:latin typeface="Calibri"/>
              </a:rPr>
              <a:t>AI Modules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42976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4315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9FFF"/>
                </a:solidFill>
                <a:latin typeface="Calibri"/>
              </a:rPr>
              <a:t>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FCC"/>
                </a:solidFill>
                <a:latin typeface="Calibri"/>
              </a:rPr>
              <a:t>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2976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4315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800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FCC"/>
                </a:solidFill>
                <a:latin typeface="Calibri"/>
              </a:rPr>
              <a:t>Server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3BFCC"/>
                </a:solidFill>
                <a:latin typeface="Calibri"/>
              </a:rPr>
              <a:t>Built with React 18  •  Groq Llama 3.3  •  OpenCV  •  MediaPipe  • 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43F5E"/>
                </a:solidFill>
                <a:latin typeface="Calibri"/>
              </a:rPr>
              <a:t>01 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Pakistan's Healthcare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240 million people. Critical AI healthcare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7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43F5E"/>
                </a:solidFill>
                <a:latin typeface="Calibri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FCC"/>
                </a:solidFill>
                <a:latin typeface="Calibri"/>
              </a:rPr>
              <a:t>Population in rural areas with LIMITED access to specialist doctors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7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  <a:latin typeface="Calibri"/>
              </a:rPr>
              <a:t>1:1,600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0428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FCC"/>
                </a:solidFill>
                <a:latin typeface="Calibri"/>
              </a:rPr>
              <a:t>Doctor-to-patient ratio vs WHO recommended 1:1,000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033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1304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8B5CF6"/>
                </a:solidFill>
                <a:latin typeface="Calibri"/>
              </a:rPr>
              <a:t>68%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5312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FCC"/>
                </a:solidFill>
                <a:latin typeface="Calibri"/>
              </a:rPr>
              <a:t>Patients cannot afford private clinic consultations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033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1304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9FFF"/>
                </a:solidFill>
                <a:latin typeface="Calibri"/>
              </a:rPr>
              <a:t>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5312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FCC"/>
                </a:solidFill>
                <a:latin typeface="Calibri"/>
              </a:rPr>
              <a:t>Adults with low health literacy — cannot read lab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Pain Points: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52160"/>
            <a:ext cx="1170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FCC"/>
                </a:solidFill>
                <a:latin typeface="Calibri"/>
              </a:rPr>
              <a:t>❌  Language barriers (Urdu, Pashto, Sindhi, Punjabi patients)  →  misdiagnosis risk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FCC"/>
                </a:solidFill>
                <a:latin typeface="Calibri"/>
              </a:rPr>
              <a:t>❌  No digital wound tracking for CHWs in field settings  →  delayed referrals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FCC"/>
                </a:solidFill>
                <a:latin typeface="Calibri"/>
              </a:rPr>
              <a:t>❌  Deaf community excluded from medical communication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02  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VisionDX Mega — One Platform, 12 AI 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A unified, client-side AI diagnostics platform for every Pakistani patient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2011680"/>
            <a:ext cx="2834640" cy="2834640"/>
          </a:xfrm>
          <a:prstGeom prst="ellipse">
            <a:avLst/>
          </a:prstGeom>
          <a:solidFill>
            <a:srgbClr val="00211A"/>
          </a:solidFill>
          <a:ln w="317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Calibri"/>
              </a:rPr>
              <a:t>VisionDX
Mega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057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011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848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FFF"/>
                </a:solidFill>
                <a:latin typeface="Calibri"/>
              </a:rPr>
              <a:t>👁️ Eye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2004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27355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3F5E"/>
                </a:solidFill>
                <a:latin typeface="Calibri"/>
              </a:rPr>
              <a:t>🔴 Skin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38912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462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AA"/>
                </a:solidFill>
                <a:latin typeface="Calibri"/>
              </a:rPr>
              <a:t>🩹 Wound CV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13258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3990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FFF"/>
                </a:solidFill>
                <a:latin typeface="Calibri"/>
              </a:rPr>
              <a:t>🎤 Cough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3258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13990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😴 Sleep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11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0848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💊 Medicine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004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27355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FFF"/>
                </a:solidFill>
                <a:latin typeface="Calibri"/>
              </a:rPr>
              <a:t>📄 Lab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38912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462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AA"/>
                </a:solidFill>
                <a:latin typeface="Calibri"/>
              </a:rPr>
              <a:t>💇 Hair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3258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3990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📅 Routine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51663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523951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🩺 VoiceDoc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1663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23951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🖐️ PSL 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51663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23951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💊 Rx Suggest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Why VisionDX is Different: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870448"/>
            <a:ext cx="11887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✅  100% Client-side — ZERO backend data storage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✅  Works offline — Service Worker pre-loaded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✅  Urdu/Punjabi/Pashto/Sindhi native voice responses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✅  WhatsApp bot for zero-smartphone rural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9FFF"/>
                </a:solidFill>
                <a:latin typeface="Calibri"/>
              </a:rPr>
              <a:t>03 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Architecture &amp; Data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Multi-layer AI pipeline: Vision → CV Backend → LLM Reasoning → TTS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08760"/>
            <a:ext cx="11612880" cy="256032"/>
          </a:xfrm>
          <a:prstGeom prst="roundRect">
            <a:avLst>
              <a:gd name="adj" fmla="val 10000"/>
            </a:avLst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17904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FFF"/>
                </a:solidFill>
                <a:latin typeface="Calibri"/>
              </a:rPr>
              <a:t>PATIENT INPUT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FFF"/>
                </a:solidFill>
                <a:latin typeface="Calibri"/>
              </a:rPr>
              <a:t>📷
Photo 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39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  <a:latin typeface="Calibri"/>
              </a:rPr>
              <a:t>🎤
Voice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FFF"/>
                </a:solidFill>
                <a:latin typeface="Calibri"/>
              </a:rPr>
              <a:t>📸
Live Webcam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Calibri"/>
              </a:rPr>
              <a:t>✍️
Manual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B8A6"/>
                </a:solidFill>
                <a:latin typeface="Calibri"/>
              </a:rPr>
              <a:t>🖐️
Gesture Cam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💬
WhatsApp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801368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329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8288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5CF6"/>
                </a:solidFill>
                <a:latin typeface="Calibri"/>
              </a:rPr>
              <a:t>📄
Doc 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624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3BFCC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2514600"/>
            <a:ext cx="11612880" cy="256032"/>
          </a:xfrm>
          <a:prstGeom prst="roundRect">
            <a:avLst>
              <a:gd name="adj" fmla="val 10000"/>
            </a:avLst>
          </a:prstGeom>
          <a:solidFill>
            <a:srgbClr val="0C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523744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  <a:latin typeface="Calibri"/>
              </a:rPr>
              <a:t>AI PROCESSING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2816352"/>
            <a:ext cx="2468880" cy="960120"/>
          </a:xfrm>
          <a:prstGeom prst="roundRect">
            <a:avLst>
              <a:gd name="adj" fmla="val 6000"/>
            </a:avLst>
          </a:prstGeom>
          <a:solidFill>
            <a:srgbClr val="02100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2843784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D4AA"/>
                </a:solidFill>
                <a:latin typeface="Calibri"/>
              </a:rPr>
              <a:t>Groq
Llama 3.3 70B
Text Reasoning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2816352"/>
            <a:ext cx="2468880" cy="960120"/>
          </a:xfrm>
          <a:prstGeom prst="roundRect">
            <a:avLst>
              <a:gd name="adj" fmla="val 6000"/>
            </a:avLst>
          </a:prstGeom>
          <a:solidFill>
            <a:srgbClr val="02100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843784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D4AA"/>
                </a:solidFill>
                <a:latin typeface="Calibri"/>
              </a:rPr>
              <a:t>Groq
Llama 3.2 Vision
Image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2816352"/>
            <a:ext cx="2468880" cy="960120"/>
          </a:xfrm>
          <a:prstGeom prst="roundRect">
            <a:avLst>
              <a:gd name="adj" fmla="val 6000"/>
            </a:avLst>
          </a:prstGeom>
          <a:solidFill>
            <a:srgbClr val="021002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2843784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9FFF"/>
                </a:solidFill>
                <a:latin typeface="Calibri"/>
              </a:rPr>
              <a:t>Groq
Whisper V3
Voice Transcription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816352"/>
            <a:ext cx="2468880" cy="960120"/>
          </a:xfrm>
          <a:prstGeom prst="roundRect">
            <a:avLst>
              <a:gd name="adj" fmla="val 6000"/>
            </a:avLst>
          </a:prstGeom>
          <a:solidFill>
            <a:srgbClr val="02100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843784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4B8A6"/>
                </a:solidFill>
                <a:latin typeface="Calibri"/>
              </a:rPr>
              <a:t>MediaPipe
Hands CDN
Skeletal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3BFCC"/>
                </a:solidFill>
                <a:latin typeface="Calibri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886200"/>
            <a:ext cx="11612880" cy="256032"/>
          </a:xfrm>
          <a:prstGeom prst="roundRect">
            <a:avLst>
              <a:gd name="adj" fmla="val 10000"/>
            </a:avLst>
          </a:prstGeom>
          <a:solidFill>
            <a:srgbClr val="1A0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895344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5CF6"/>
                </a:solidFill>
                <a:latin typeface="Calibri"/>
              </a:rPr>
              <a:t>BACKEND SERVICES LAYER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4178808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21538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D4AA"/>
                </a:solidFill>
                <a:latin typeface="Calibri"/>
              </a:rPr>
              <a:t>FastAPI + OpenCV
Wound Segmentation
localhost:8000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77639" y="4178808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9079" y="421538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Node.js Express
WhatsApp Bot
localhost:3001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4178808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421538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B5CF6"/>
                </a:solidFill>
                <a:latin typeface="Calibri"/>
              </a:rPr>
              <a:t>ElevenLabs TTS
Multilingual Voice
neural synthesis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5120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3BFCC"/>
                </a:solidFill>
                <a:latin typeface="Calibri"/>
              </a:rPr>
              <a:t>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5230368"/>
            <a:ext cx="11612880" cy="228600"/>
          </a:xfrm>
          <a:prstGeom prst="roundRect">
            <a:avLst>
              <a:gd name="adj" fmla="val 10000"/>
            </a:avLst>
          </a:prstGeom>
          <a:solidFill>
            <a:srgbClr val="1A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239512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Calibri"/>
              </a:rPr>
              <a:t>OUTPUT LAYER — 100% PRIVATE (localStorage ONLY)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5504688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A100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📋 AI Medical Report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504688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A100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🔊 TTS Voice Response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5504688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A100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79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💬 WhatsApp Alert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5504688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A100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19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🖨️ Printable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04  FEATURE DEEP DIVE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Wound Healing Tracker — Dual Engine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OpenCV Computer Vision  +  Groq LLaMA Clinical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5303520" cy="429768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🔬  Computer Vision Engine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947672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93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Image Decode → HSV Color Space Conversion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391156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28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36372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3-Mask Wound Tissue Isolation
(Red + Deep-Red + Necrotic HSV ranges)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834640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163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0720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Morphological Cleanup
(Elliptic kernel close + open operations)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278124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98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5069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Contour Detection → Largest Contour Selection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721608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9417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Ellipse Fitting → Major/Minor Axis Measurement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165092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4680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3766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px → mm Calibration (100mm reference field)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608576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90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8114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Healing Stage Classification by Color Analysis
(Inflammatory / Proliferative / Remodeling)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052060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337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0810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2462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Segmentation Overlay → Base64 PNG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1508760"/>
            <a:ext cx="5989320" cy="429768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1554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FFF"/>
                </a:solidFill>
                <a:latin typeface="Calibri"/>
              </a:rPr>
              <a:t>📊  Output Metrics &amp; Clinical Value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1938528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19842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Area (mm²)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029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Isolated tissue field size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560320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26060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Length × Width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Calibrated major/minor axis in mm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9320" y="3182112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32278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Est. Depth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273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Infiltration index computed from dims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3803904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38496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Healing Stage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8953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Inflammatory / Proliferative / Remodeling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89320" y="4425696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4768" y="44714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CV Confidence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5171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Detection confidence score (0.0 → 1.0)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5047488"/>
            <a:ext cx="5669280" cy="530352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509320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Seg Overlay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5138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3BFCC"/>
                </a:solidFill>
                <a:latin typeface="Calibri"/>
              </a:rPr>
              <a:t>OpenCV contour PNG for split-screen 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587044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🤝  LLM combines CV metrics + pain level + wound location + healing day → Clinical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B981"/>
                </a:solidFill>
                <a:latin typeface="Calibri"/>
              </a:rPr>
              <a:t>05  ACCESSIBILITY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VoiceDoc + PSL Sign Language Translator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Bridging the gap for rural patients and Pakistan's 10M+ Deaf community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5577840" cy="43434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81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🩺  VoiceDoc — Rural AI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FCC"/>
                </a:solidFill>
                <a:latin typeface="Calibri"/>
              </a:rPr>
              <a:t>Speak symptoms in Urdu/Punjabi/Pashto/Sindhi/Hindi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4572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70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FCC"/>
                </a:solidFill>
                <a:latin typeface="Calibri"/>
              </a:rPr>
              <a:t>Groq Whisper V3 → sub-200ms multilingual transcription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91840"/>
            <a:ext cx="4572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FCC"/>
                </a:solidFill>
                <a:latin typeface="Calibri"/>
              </a:rPr>
              <a:t>Llama 3.3 70B → Symptom triage + urgency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77640"/>
            <a:ext cx="4572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42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FCC"/>
                </a:solidFill>
                <a:latin typeface="Calibri"/>
              </a:rPr>
              <a:t>ElevenLabs/Google TTS → Voice response in patient's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663440"/>
            <a:ext cx="4572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280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BFCC"/>
                </a:solidFill>
                <a:latin typeface="Calibri"/>
              </a:rPr>
              <a:t>WhatsApp Bot Mode → dispatch structured referral to 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22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Supported Languages: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9671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Urdu اردو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10512" y="569671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Roman Urdu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3824" y="569671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Punjabi پنجابی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17136" y="569671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Pashto پښتو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01675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Sindhi سنڌي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10512" y="601675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Hindi हिन्दी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3824" y="601675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211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English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1508760"/>
            <a:ext cx="5760720" cy="43434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581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🖐️  PSL Sign Language Translator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993392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0482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MediaPipe Hands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0756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21-landmark skeletal tracking at 30FPS real-time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537460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5923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PSL Dictionary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26197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60+ signs: Greetings, Pronouns, Household, Sentences...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081528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1363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Urdu Alphabets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316382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Complete Urdu alphabet mapping (Alef ا to Ye ی)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625596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6804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Dual-Hand Signs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707891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Compound two-hand gesture classification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169664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224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AI Sentence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42519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Gemini/Groq compiles sign sequence → full sentence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713731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76859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Learning Center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4796027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Gamified alphabet teaching with live camera validation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257800"/>
            <a:ext cx="5486400" cy="475488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3126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Data Collector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2752" y="534009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Export landmark JSON datasets for model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9FFF"/>
                </a:solidFill>
                <a:latin typeface="Calibri"/>
              </a:rPr>
              <a:t>06  ALL 12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Comprehensive Diagnostic Module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Every tool designed to replace an expensive specialist visit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0876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5636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Eye Disease
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Conjunctivitis, Cataracts,
Glaucoma, Retinopathy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3" y="150876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3" y="1563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15636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Skin Rash
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Melanoma, BCC, Eczema,
Psoriasis, Tinea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150876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1563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5" y="15636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Wound
Healer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OpenCV segmentation,
mm² tracking, staging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50876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563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56362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Cough
Sound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194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Dry/wet/pertussis,
Whisper V3 audio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15468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09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2095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Sleep
Quality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840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Apnea risk, STOP-BANG,
Epworth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5263" y="315468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3" y="3209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1" y="32095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Medicine
Verifier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4991" y="3840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Counterfeit detection,
OCR, dosage guide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7" y="315468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7" y="3209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5" y="32095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Lab Report
Analyzer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3840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CBC, Lipid, HbA1c, LFT,
KFT + print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17152" y="315468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8592" y="3209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20954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Hair Disease
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840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Alopecia, trichology,
scalp conditions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80060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485546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Daily Routine
Analyzer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4864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Sleep, screen, water,
stress optimization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55263" y="480060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703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1" y="485546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VoiceDoc
Triage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1" y="54864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7-language AI doctor,
WhatsApp forward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6207" y="480060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7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🖐️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4575" y="485546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PSL Sign
Translator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5936" y="54864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MediaPipe + 60+ PSL
signs + Urdu alphabets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17152" y="4800600"/>
            <a:ext cx="2834640" cy="150876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8592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4855464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Suggest
Medicine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4864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BFCC"/>
                </a:solidFill>
                <a:latin typeface="Calibri"/>
              </a:rPr>
              <a:t>Rx pad, OTC formulas,
dosages + warnings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Calibri"/>
              </a:rPr>
              <a:t>07  RURAL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CHW Platform &amp; WhatsApp Triage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Empowering Lady Health Workers and zero-smartphone communities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08760"/>
            <a:ext cx="5577840" cy="43434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727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Calibri"/>
              </a:rPr>
              <a:t>🧳  Community Health Worker (CHW)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2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2996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Dedicated CHW login separate from 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24912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7004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Aggregated risk-stratified patient queue:
   🔴 Critical  •  🟡 Warning  •  🟢 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1012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Auto-saves results from ALL 12 modules via
   useSaveToCHW() React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5020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Generates printable A4 patient summary
   sheets for hospital handoffs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1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9028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Field-optimized offline-ready interface
   for low-bandwidth rural clinics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85232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23036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Serves Lady Health Workers (LHWs) across
   Pakistan's 100,000+ CHW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508760"/>
            <a:ext cx="5760720" cy="43434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572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💬  WhatsApp Triage Bot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0116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0208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066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Step 1: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042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Patient texts symptoms
(any language)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761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FCC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8036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02081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935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  <a:latin typeface="Calibri"/>
              </a:rPr>
              <a:t>Step 2: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17296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VoiceDoc AI analyzes
+ generates triage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6301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FCC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749039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020810"/>
          </a:solidFill>
          <a:ln w="127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803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Calibri"/>
              </a:rPr>
              <a:t>Step 3: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0416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Structured referral dispatched
via Meta Business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4988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3BFCC"/>
                </a:solidFill>
                <a:latin typeface="Calibri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61772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020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6725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Step 4: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10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FCC"/>
                </a:solidFill>
                <a:latin typeface="Calibri"/>
              </a:rPr>
              <a:t>Doctor receives
formatted WhatsApp alert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864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0021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551383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alibri"/>
              </a:rPr>
              <a:t>🏥 *VISIONDX TRIAGE ALERT*
*Patient:* Abdullah | Age 18 | Rahim Yar Khan
*Priority:* SEE_DOCTOR  •  *Symptoms:* High fever + cough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8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B5CF6"/>
                </a:solidFill>
                <a:latin typeface="Calibri"/>
              </a:rPr>
              <a:t>08  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860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Technology Stack &amp; Privacy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3BFCC"/>
                </a:solidFill>
                <a:latin typeface="Calibri"/>
              </a:rPr>
              <a:t>Best-in-class open tools assembled for maximum impact at zero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08760"/>
            <a:ext cx="3794760" cy="36576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81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FFF"/>
                </a:solidFill>
                <a:latin typeface="Calibri"/>
              </a:rPr>
              <a:t>Frontend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201168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66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React 18.3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Core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79" y="274320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Vite 5.2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540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Build + HMR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79" y="347472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TailwindCSS 3.4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Styling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79" y="420624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React Router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171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SPA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1508760"/>
            <a:ext cx="3794760" cy="36576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581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AI &amp;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01168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2066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Groq Llama 3.3 70B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23225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Text Reasoning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274320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2798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Groq Whisper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30540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Voice STT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7472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35295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FF"/>
                </a:solidFill>
                <a:latin typeface="Calibri"/>
              </a:rPr>
              <a:t>Gemini 1.5 Flash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37856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Vision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20624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ElevenLabs TTS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45171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Premium Voice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1508760"/>
            <a:ext cx="3794760" cy="36576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581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Backend 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66760" y="201168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066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FastAPI 0.110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3225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Wound CV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274320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798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OpenCV 4.9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30540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Segmentation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66760" y="347472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35295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Node.js 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7856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WhatsApp Bot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206240"/>
            <a:ext cx="3520440" cy="603504"/>
          </a:xfrm>
          <a:prstGeom prst="roundRect">
            <a:avLst>
              <a:gd name="adj" fmla="val 8000"/>
            </a:avLst>
          </a:prstGeom>
          <a:solidFill>
            <a:srgbClr val="020810"/>
          </a:solidFill>
          <a:ln w="889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MediaPipe CDN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5171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Hand Tracking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83880" y="1508760"/>
            <a:ext cx="3749039" cy="3657600"/>
          </a:xfrm>
          <a:prstGeom prst="roundRect">
            <a:avLst>
              <a:gd name="adj" fmla="val 5000"/>
            </a:avLst>
          </a:prstGeom>
          <a:solidFill>
            <a:srgbClr val="0B1329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1581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🔒  Privacy Architecture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02996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✅ Zero server-side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3042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patient data storage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26883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✅ All records 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29626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browser localStorage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346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✅ API keys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6210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stored client-side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0050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✅ No telemetry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2793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or analytics tracking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663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✅ CORS-protected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49377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FCC"/>
                </a:solidFill>
                <a:latin typeface="Calibri"/>
              </a:rPr>
              <a:t>backend (localhost default)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5321808"/>
            <a:ext cx="1197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⚠️  Medical Disclaimer: VisionDX is an AI assistance tool. Always consult a licensed physician for clinical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3BFCC"/>
                </a:solidFill>
                <a:latin typeface="Calibri"/>
              </a:rPr>
              <a:t>VisionDX Mega Platform  •  Pakistan Ka Digital Doctor  •  Hackathon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"/>
            <a:ext cx="9418320" cy="347472"/>
          </a:xfrm>
          <a:prstGeom prst="roundRect">
            <a:avLst>
              <a:gd name="adj" fmla="val 50000"/>
            </a:avLst>
          </a:prstGeom>
          <a:solidFill>
            <a:srgbClr val="0B1329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🏆  HACKATHON SUBMISSION  •  AI FOR HEALTHCARE  •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Real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11521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AA"/>
                </a:solidFill>
                <a:latin typeface="Calibri"/>
              </a:rPr>
              <a:t>Real Lives.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23160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0B1329"/>
          </a:solidFill>
          <a:ln w="228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AA"/>
                </a:solidFill>
                <a:latin typeface="Calibri"/>
              </a:rPr>
              <a:t>240M+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3BFCC"/>
                </a:solidFill>
                <a:latin typeface="Calibri"/>
              </a:rPr>
              <a:t>Pakistanis who can benefit from
rural AI healthcare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2423160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0B1329"/>
          </a:solidFill>
          <a:ln w="2286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4688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9FFF"/>
                </a:solidFill>
                <a:latin typeface="Calibri"/>
              </a:rPr>
              <a:t>100K+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1089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3BFCC"/>
                </a:solidFill>
                <a:latin typeface="Calibri"/>
              </a:rPr>
              <a:t>Lady Health Workers who can use
the CHW diagnostic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423160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0B1329"/>
          </a:solidFill>
          <a:ln w="228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4688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B8A6"/>
                </a:solidFill>
                <a:latin typeface="Calibri"/>
              </a:rPr>
              <a:t>10M+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1089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3BFCC"/>
                </a:solidFill>
                <a:latin typeface="Calibri"/>
              </a:rPr>
              <a:t>Deaf Pakistanis served by
PSL Sign Language Translator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2423160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0B1329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4688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0 PKR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1089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3BFCC"/>
                </a:solidFill>
                <a:latin typeface="Calibri"/>
              </a:rPr>
              <a:t>Cost of diagnosis for patients —
entirely free, open-source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🚀  What's Next —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52628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📱  Progressive Web App (PWA) for Android/iOS offline install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🏥  ECG / X-Ray / Ultrasound AI analysis modules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🌍  Expansion to Bangladesh, Afghanistan, Indonesia markets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🤝  Integration with Punjab/Sindh e-Sehat / NHSRC APIs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FCC"/>
                </a:solidFill>
                <a:latin typeface="Calibri"/>
              </a:rPr>
              <a:t>🧬  Federated Learning — model improvement without data sharing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069080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0B1329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1330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🔗  Links &amp;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5079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BFCC"/>
                </a:solidFill>
                <a:latin typeface="Calibri"/>
              </a:rPr>
              <a:t>GitHub: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5079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FFF"/>
                </a:solidFill>
                <a:latin typeface="Calibri"/>
              </a:rPr>
              <a:t>github.com/hamza0312615/visiondxmega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BFCC"/>
                </a:solidFill>
                <a:latin typeface="Calibri"/>
              </a:rPr>
              <a:t>Live Demo: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84632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Run  npm run dev  →  localhost:5173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1846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BFCC"/>
                </a:solidFill>
                <a:latin typeface="Calibri"/>
              </a:rPr>
              <a:t>CV Backend: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8464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uvicorn main:app  →  localhost:8000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52297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BFCC"/>
                </a:solidFill>
                <a:latin typeface="Calibri"/>
              </a:rPr>
              <a:t>WhatsApp: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522975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node server.js  →  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05332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00D4AA"/>
                </a:solidFill>
                <a:latin typeface="Calibri"/>
              </a:rPr>
              <a:t>"Technology as a bridge — not a barrier — to healthcare."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